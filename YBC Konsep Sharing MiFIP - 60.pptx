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44C66-FAF6-E5A7-232E-A34A91F648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F5F4DA-E8E3-245E-AD54-9C718D4990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16219-F4BA-38A3-823A-48CFC167E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96960-C012-9946-8BB6-64D848B08D43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A6455-755C-1548-5651-6996B945E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85E61-599D-E65B-2C28-C8F06F483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5421C-FCDF-D04D-B7FD-11A516DF0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92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D00F2-7793-6749-0BC2-FBB2085A6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5B42A-7925-F9F2-724A-058DF396C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E2124D-7B4E-A757-F6E0-BFB6A6126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96960-C012-9946-8BB6-64D848B08D43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FC9BD-D05A-84F1-6FA4-44E4B7833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882C2-8F3A-37EA-0E41-B483E4E60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5421C-FCDF-D04D-B7FD-11A516DF0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653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DDE2B-3A57-6C97-5A03-D6A42856B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64753B-92AC-46A7-3526-86FD2CC0B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0FB54D-3A70-4BCB-8F5A-4D68DD74F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96960-C012-9946-8BB6-64D848B08D43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59090-7FA9-7990-5A59-2E54A66B5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43D40-09D6-D294-DD87-4DF9934B8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5421C-FCDF-D04D-B7FD-11A516DF0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501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EA005-CE57-C980-7326-13301D9F6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2268D-04B1-6AE7-410A-8579A023DB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75A4BB-C33D-F64D-0447-9DE1A67335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ACB4F2-BBBE-C8CD-5960-2B5CFDF3A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96960-C012-9946-8BB6-64D848B08D43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982497-2628-96BF-0155-FEC7CCC5B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8D0D5-92CC-92D3-F78D-85BF55483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5421C-FCDF-D04D-B7FD-11A516DF0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142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6DBF7-D190-A947-CBAC-0D551F16A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83D1FD-379F-7148-92A9-3EDE116BF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C26571-8BD9-4B39-C428-992889795A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598460-EB40-C980-A1D5-E3D48B04AD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C0D9EB-28E5-4B5B-2EBF-666DF91CEE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63A0ED-202F-2079-768A-6511A2571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96960-C012-9946-8BB6-64D848B08D43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6C0F7A-4EC7-83DB-631C-D24B643B1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8B1931-2F15-500A-0E8B-3A361F311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5421C-FCDF-D04D-B7FD-11A516DF0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981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90C5D-7D26-E509-53C5-D35F4D429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768B25-2706-9839-1F90-DAF18253E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96960-C012-9946-8BB6-64D848B08D43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0F4754-D273-0887-3625-8186EE8A0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D316C5-3197-A013-BAEA-FAE96EE69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5421C-FCDF-D04D-B7FD-11A516DF0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043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8F2D89-3704-FF61-E322-2F0C57A63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96960-C012-9946-8BB6-64D848B08D43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4F84D5-60F5-F580-922C-7680DD834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1785C-ADCB-507E-0523-523BF0264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5421C-FCDF-D04D-B7FD-11A516DF0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939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29B6A-3469-65D4-0054-A33293C67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6C276-1D44-C06C-5850-ED03B1281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D0F2D5-5007-F338-ABEF-29EA65EDA4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D2995-D9DC-8AEE-A447-88AF7FCF8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96960-C012-9946-8BB6-64D848B08D43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92A730-7C1B-5BFB-1C0D-C1D3B3E90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533C65-116C-FCDA-1CA7-F0FC18F93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5421C-FCDF-D04D-B7FD-11A516DF0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1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EE748-36AB-38C0-6FCE-2FAD40168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8ECAEA-EE03-3B14-9F6B-66F3A46557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A8B4B3-CEDC-11D0-77BB-10B63055D0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5994AC-A260-D51B-E043-D2C288A4D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96960-C012-9946-8BB6-64D848B08D43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24294F-BD9D-07F7-1087-2526629F3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135A7C-A4FD-29B1-53E1-983F7CD7E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5421C-FCDF-D04D-B7FD-11A516DF0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512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941DB-9585-5096-5406-24381E714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BFC83C-F331-CF15-708B-1219679099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77A7A-BD2F-B96C-F97A-2C654324C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96960-C012-9946-8BB6-64D848B08D43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E0B3F-B5F7-EF50-BC55-E5A3309A7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F1BA6-67B2-4AEE-B367-D2CAB7C46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5421C-FCDF-D04D-B7FD-11A516DF0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294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6BF000-15F2-3C05-ED24-9C2A9A2A70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A91076-901F-2181-B1AE-F393CC686A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C490D-5BA9-BC5E-BD0F-C137E89DF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96960-C012-9946-8BB6-64D848B08D43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A5D78-1709-555A-019B-74BB64880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0B9EE-3E73-40D0-89E6-2AF731710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5421C-FCDF-D04D-B7FD-11A516DF0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796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906468-49E5-CA13-4521-1E4CC1140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A66A2B-6A46-E576-D5FE-F13476C290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D7324D-4744-A11B-F5E2-DCADEA9337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496960-C012-9946-8BB6-64D848B08D43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E82ED-A37C-033A-56D3-A748D2FD9D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137DB-8F47-534D-A656-B7CFB32B6A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D5421C-FCDF-D04D-B7FD-11A516DF0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322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939F3B-0EED-71BC-9D17-119ACE8831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-1"/>
            <a:ext cx="12192002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564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46D1344-1425-CC25-9BA9-7C3DED69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175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1542569-BEF9-0344-6DFB-ED88093F84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457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04B1A71-B938-2990-28D8-97C5266208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574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FB06B1-30AF-FC39-E73C-1C9C37F063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876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6096E04-7E06-94F6-4070-5D3BB28C01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634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C981339-3013-A31B-BD81-CD21AB14BC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-1"/>
            <a:ext cx="12192002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874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415217D-86DD-BA5F-E847-256B304358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-1"/>
            <a:ext cx="12192002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342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A9F3AC-B322-EF30-57B6-9B50FEEAA4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6898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Hendry Pancawira</dc:creator>
  <cp:lastModifiedBy>Hendry Pancawira</cp:lastModifiedBy>
  <cp:revision>3</cp:revision>
  <dcterms:created xsi:type="dcterms:W3CDTF">2025-10-20T17:17:47Z</dcterms:created>
  <dcterms:modified xsi:type="dcterms:W3CDTF">2025-10-27T18:19:48Z</dcterms:modified>
</cp:coreProperties>
</file>